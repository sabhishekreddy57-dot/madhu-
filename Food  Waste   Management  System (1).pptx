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39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22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61862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405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825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282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193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520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0711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80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500278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10026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39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37474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692063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905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0258641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4840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65693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8716075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31180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152475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090963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5896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5962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0214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534486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727460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569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20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140" r:id="rId1"/>
    <p:sldLayoutId id="2147485141" r:id="rId2"/>
    <p:sldLayoutId id="2147485142" r:id="rId3"/>
    <p:sldLayoutId id="2147485143" r:id="rId4"/>
    <p:sldLayoutId id="2147485144" r:id="rId5"/>
    <p:sldLayoutId id="2147485145" r:id="rId6"/>
    <p:sldLayoutId id="2147485146" r:id="rId7"/>
    <p:sldLayoutId id="2147485147" r:id="rId8"/>
    <p:sldLayoutId id="2147485148" r:id="rId9"/>
    <p:sldLayoutId id="2147485149" r:id="rId10"/>
    <p:sldLayoutId id="2147485150" r:id="rId11"/>
    <p:sldLayoutId id="2147485151" r:id="rId12"/>
    <p:sldLayoutId id="2147485152" r:id="rId13"/>
    <p:sldLayoutId id="2147485153" r:id="rId14"/>
    <p:sldLayoutId id="2147485154" r:id="rId15"/>
    <p:sldLayoutId id="2147485155" r:id="rId16"/>
    <p:sldLayoutId id="2147485156" r:id="rId17"/>
    <p:sldLayoutId id="2147485157" r:id="rId18"/>
    <p:sldLayoutId id="2147485158" r:id="rId19"/>
    <p:sldLayoutId id="2147485159" r:id="rId20"/>
    <p:sldLayoutId id="2147485160" r:id="rId21"/>
    <p:sldLayoutId id="2147485161" r:id="rId22"/>
    <p:sldLayoutId id="2147485162" r:id="rId23"/>
    <p:sldLayoutId id="2147485163" r:id="rId24"/>
    <p:sldLayoutId id="2147485164" r:id="rId25"/>
    <p:sldLayoutId id="2147485165" r:id="rId26"/>
    <p:sldLayoutId id="2147485166" r:id="rId27"/>
    <p:sldLayoutId id="2147485167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DADE-CED6-754F-9980-562843DB4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7313" y="561320"/>
            <a:ext cx="9562334" cy="2762187"/>
          </a:xfrm>
        </p:spPr>
        <p:txBody>
          <a:bodyPr>
            <a:normAutofit fontScale="90000"/>
          </a:bodyPr>
          <a:lstStyle/>
          <a:p>
            <a:r>
              <a:rPr lang="en-IN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Waste</a:t>
            </a:r>
            <a:br>
              <a:rPr lang="en-IN" sz="6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6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6600" b="1" dirty="0">
                <a:latin typeface="Arial" panose="020B0604020202020204" pitchFamily="34" charset="0"/>
                <a:cs typeface="Arial" panose="020B0604020202020204" pitchFamily="34" charset="0"/>
              </a:rPr>
              <a:t>      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A4260-FCD3-2A3B-A682-F3EC03958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6818" y="3762375"/>
            <a:ext cx="8825658" cy="861420"/>
          </a:xfrm>
        </p:spPr>
        <p:txBody>
          <a:bodyPr/>
          <a:lstStyle/>
          <a:p>
            <a:r>
              <a:rPr lang="en-IN" dirty="0"/>
              <a:t>“</a:t>
            </a:r>
            <a:r>
              <a:rPr lang="en-IN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Food Waste • Help People in Need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6DB5C80-CED0-FA5B-58C4-C5A089ED2766}"/>
              </a:ext>
            </a:extLst>
          </p:cNvPr>
          <p:cNvSpPr/>
          <p:nvPr/>
        </p:nvSpPr>
        <p:spPr>
          <a:xfrm>
            <a:off x="6432186" y="3762375"/>
            <a:ext cx="484632" cy="3017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53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F14F-4D5F-B1F8-8D5F-033A997F8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013" y="-493237"/>
            <a:ext cx="10176711" cy="5476717"/>
          </a:xfrm>
        </p:spPr>
        <p:txBody>
          <a:bodyPr>
            <a:normAutofit/>
          </a:bodyPr>
          <a:lstStyle/>
          <a:p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Presented  by : </a:t>
            </a: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Names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Roll Number</a:t>
            </a:r>
            <a:br>
              <a:rPr lang="en-US" sz="1800" dirty="0"/>
            </a:b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G.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ISAAC DANIEL</a:t>
            </a:r>
            <a:r>
              <a:rPr lang="en-US" sz="2400" dirty="0"/>
              <a:t>	</a:t>
            </a:r>
            <a:r>
              <a:rPr lang="en-US" sz="1800" dirty="0"/>
              <a:t>		        </a:t>
            </a:r>
            <a:r>
              <a:rPr lang="en-US" sz="2400" dirty="0"/>
              <a:t>2500031202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	S. ABHISHEK  REDDY		      2500031276</a:t>
            </a:r>
            <a:br>
              <a:rPr lang="en-US" sz="2400" dirty="0"/>
            </a:br>
            <a:r>
              <a:rPr lang="en-US" sz="2400" dirty="0"/>
              <a:t>		</a:t>
            </a:r>
            <a:br>
              <a:rPr lang="en-US" sz="2400" dirty="0"/>
            </a:br>
            <a:r>
              <a:rPr lang="en-US" sz="2400" dirty="0"/>
              <a:t>	M. MADHUSUDHAN  REDDY	       2500031523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FD260-C381-CAD1-9DBA-BC82B75A7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0284" y="6442171"/>
            <a:ext cx="3830874" cy="1496616"/>
          </a:xfrm>
        </p:spPr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15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097A-CA39-F5BD-48D4-EDAD69A2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9" y="222504"/>
            <a:ext cx="4670156" cy="1447800"/>
          </a:xfrm>
        </p:spPr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2139B0-A14D-BEC9-6D5C-A33191AC5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672" y="1450015"/>
            <a:ext cx="5195888" cy="409600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0ED6E-E6F7-9BD0-C29B-BDA2BE548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513" y="1396294"/>
            <a:ext cx="5456159" cy="4681982"/>
          </a:xfrm>
        </p:spPr>
        <p:txBody>
          <a:bodyPr>
            <a:normAutofit fontScale="92500"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Food is wasted</a:t>
            </a:r>
            <a:r>
              <a:rPr lang="en-IN" sz="1600" dirty="0"/>
              <a:t> when there is extra or surplus food.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Donors</a:t>
            </a:r>
            <a:r>
              <a:rPr lang="en-IN" sz="1600" dirty="0"/>
              <a:t> can share details about the extra food.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Charities or food banks</a:t>
            </a:r>
            <a:r>
              <a:rPr lang="en-IN" sz="1600" dirty="0"/>
              <a:t> can receive the donated food.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Recipients can view and claim</a:t>
            </a:r>
            <a:r>
              <a:rPr lang="en-IN" sz="1600" dirty="0"/>
              <a:t> the available food. </a:t>
            </a:r>
          </a:p>
          <a:p>
            <a:pPr lvl="0"/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Location matching</a:t>
            </a:r>
            <a:r>
              <a:rPr lang="en-IN" sz="1600" dirty="0"/>
              <a:t> helps find nearby food and recipients.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/>
              <a:t>The system </a:t>
            </a:r>
            <a:r>
              <a:rPr lang="en-IN" sz="1600" b="1" dirty="0"/>
              <a:t>tracks donation history</a:t>
            </a:r>
            <a:r>
              <a:rPr lang="en-IN" sz="1600" dirty="0"/>
              <a:t> for better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51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64A2-F65C-6FBC-16D1-BAE41E41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03" y="-222250"/>
            <a:ext cx="3401064" cy="1447800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Donor Module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E48AD8-63EB-7B5B-3020-7432DC35E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200150"/>
            <a:ext cx="4267199" cy="44577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C0BFE-903A-F178-7E97-B5F7E700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1" y="1593468"/>
            <a:ext cx="5553074" cy="4683507"/>
          </a:xfrm>
        </p:spPr>
        <p:txBody>
          <a:bodyPr>
            <a:normAutofit fontScale="92500" lnSpcReduction="20000"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surplus or extra food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that would otherwise be wasted. </a:t>
            </a:r>
          </a:p>
          <a:p>
            <a:pPr lvl="0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Enters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food name, quantity, pickup location, and expiry date/time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Submits the food information to the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Admin for verification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Can check the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status of the submitted food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Helps connect usable food with people who need it. </a:t>
            </a:r>
          </a:p>
          <a:p>
            <a:pPr lvl="0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Contributes to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reducing food waste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and promoting food sharing.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6109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2D11-F88D-3431-DA61-9516A280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3" y="-203200"/>
            <a:ext cx="3401064" cy="1447800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Admin Module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03C953-3B45-2AA9-A70E-808A55712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498600"/>
            <a:ext cx="4114800" cy="45593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D835C-7DAB-A10F-AFF1-EBB6882FC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600" y="1498600"/>
            <a:ext cx="5838824" cy="4654550"/>
          </a:xfrm>
        </p:spPr>
        <p:txBody>
          <a:bodyPr>
            <a:normAutofit fontScale="85000" lnSpcReduction="20000"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Manages all food donations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submitted by donors. </a:t>
            </a:r>
          </a:p>
          <a:p>
            <a:pPr lvl="0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Reviews the food details and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verifies or rejects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each submission. </a:t>
            </a:r>
          </a:p>
          <a:p>
            <a:pPr lvl="0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Changes verified food status to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for recipients. </a:t>
            </a:r>
          </a:p>
          <a:p>
            <a:pPr lvl="0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Monitors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donation details and food claims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Keeps track of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donor and recipient information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Ensures proper coordination between the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Donor and Recipient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97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FE0D-8D83-5D2B-D778-26E79536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53" y="0"/>
            <a:ext cx="3401064" cy="1447800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Recipient Module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34D5CA-5954-D608-56E0-DF632D3EA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648" y="1162050"/>
            <a:ext cx="4076699" cy="47516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97148-8BE1-7A9F-717E-337020004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2977" y="1884679"/>
            <a:ext cx="6130924" cy="4542111"/>
          </a:xfrm>
        </p:spPr>
        <p:txBody>
          <a:bodyPr>
            <a:normAutofit fontScale="70000" lnSpcReduction="20000"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Views </a:t>
            </a: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verified and available food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through the system. </a:t>
            </a:r>
          </a:p>
          <a:p>
            <a:pPr lvl="0"/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name, phone number, and location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before claiming food. </a:t>
            </a:r>
          </a:p>
          <a:p>
            <a:pPr lvl="0"/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Selects and </a:t>
            </a: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claims suitable available food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Can view the </a:t>
            </a: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food quantity, pickup location, and expiry details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Can view their </a:t>
            </a: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claimed food and claim status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Helps ensure surplus food reaches </a:t>
            </a: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people or organizations in need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07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860F-848A-B1AE-79F0-06CC45CF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-127000"/>
            <a:ext cx="4318747" cy="1447800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2764F7-9C1A-B47B-1C66-C29D58B9C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367" y="1422400"/>
            <a:ext cx="5374581" cy="443722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C125F-D384-6488-FE4E-B26E1ECA0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093" y="1625600"/>
            <a:ext cx="5587107" cy="4437224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Creates the structure of the application. </a:t>
            </a: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Provides styling and page design. </a:t>
            </a: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Implements system functionality. </a:t>
            </a: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Stores food and claim information in the browser. </a:t>
            </a:r>
          </a:p>
          <a:p>
            <a:pPr lvl="1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Browser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Used to run the web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3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61CF-623D-1A3A-5EA9-464F3C7C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752" y="76200"/>
            <a:ext cx="10351247" cy="1447800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E28D55-02D3-4347-70B1-0CDA17E63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977" y="1206500"/>
            <a:ext cx="5301669" cy="471932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9C066-A986-541C-E90E-385E4D9F1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6697" y="1656080"/>
            <a:ext cx="5301668" cy="4605020"/>
          </a:xfrm>
        </p:spPr>
        <p:txBody>
          <a:bodyPr>
            <a:normAutofit fontScale="85000" lnSpcReduction="20000"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FoodShare provides a platform for managing surplus food. </a:t>
            </a:r>
          </a:p>
          <a:p>
            <a:pPr lvl="0"/>
            <a:endParaRPr lang="en-IN" sz="17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Donors can submit excess food. </a:t>
            </a:r>
          </a:p>
          <a:p>
            <a:pPr lvl="0"/>
            <a:endParaRPr lang="en-IN" sz="17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Admin verifies or rejects donations. </a:t>
            </a:r>
          </a:p>
          <a:p>
            <a:pPr lvl="0"/>
            <a:endParaRPr lang="en-IN" sz="17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Recipients can view available food. </a:t>
            </a:r>
          </a:p>
          <a:p>
            <a:pPr lvl="0"/>
            <a:endParaRPr lang="en-IN" sz="17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Recipients can claim verified food. </a:t>
            </a:r>
          </a:p>
          <a:p>
            <a:pPr lvl="0"/>
            <a:endParaRPr lang="en-IN" sz="17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The system tracks food status.</a:t>
            </a:r>
          </a:p>
          <a:p>
            <a:pPr lvl="0"/>
            <a:endParaRPr lang="en-IN" sz="17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700" dirty="0"/>
              <a:t>The project demonstrates a practical web-based solution for food sharing.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92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4535-A818-FAAA-1F64-BFF9211C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977" y="3005463"/>
            <a:ext cx="5496426" cy="2092272"/>
          </a:xfrm>
        </p:spPr>
        <p:txBody>
          <a:bodyPr anchor="t">
            <a:normAutofit/>
          </a:bodyPr>
          <a:lstStyle/>
          <a:p>
            <a:br>
              <a:rPr lang="en-US" sz="5900" dirty="0"/>
            </a:br>
            <a:r>
              <a:rPr lang="en-US" sz="5900" dirty="0"/>
              <a:t>    THANK YOU</a:t>
            </a:r>
            <a:endParaRPr lang="en-IN" sz="5900" dirty="0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2907C7A8-745C-14A0-6228-A49C1F71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58" b="36692"/>
          <a:stretch>
            <a:fillRect/>
          </a:stretch>
        </p:blipFill>
        <p:spPr>
          <a:xfrm>
            <a:off x="20" y="10"/>
            <a:ext cx="12191980" cy="2555741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E09EACA-D9E1-42BC-5495-1629A1D244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52267" y="5059635"/>
            <a:ext cx="3916103" cy="2765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36676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212</TotalTime>
  <Words>409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Neue Haas Grotesk Text Pro</vt:lpstr>
      <vt:lpstr>Wingdings</vt:lpstr>
      <vt:lpstr>Film Burn</vt:lpstr>
      <vt:lpstr>Food Waste         Management System</vt:lpstr>
      <vt:lpstr>     Presented  by :     Names                                             Roll Number   G. ISAAC DANIEL           2500031202    S. ABHISHEK  REDDY        2500031276     M. MADHUSUDHAN  REDDY        2500031523</vt:lpstr>
      <vt:lpstr>Problem Statement </vt:lpstr>
      <vt:lpstr>Donor Module</vt:lpstr>
      <vt:lpstr>Admin Module</vt:lpstr>
      <vt:lpstr>Recipient Module</vt:lpstr>
      <vt:lpstr>Technologies Used</vt:lpstr>
      <vt:lpstr>Conclusion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41</cp:revision>
  <dcterms:created xsi:type="dcterms:W3CDTF">2026-09-25T05:13:24Z</dcterms:created>
  <dcterms:modified xsi:type="dcterms:W3CDTF">2026-09-26T04:16:17Z</dcterms:modified>
</cp:coreProperties>
</file>